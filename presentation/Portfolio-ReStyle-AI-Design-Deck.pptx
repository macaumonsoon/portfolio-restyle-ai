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ReStyle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視覺傳達設計 · Visual communication design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Human–AI layout collaboration · 人機協作版面實驗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組員 Members（請改為真實姓名學號 · Edit with your names &amp; student IDs）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name / 中文姓名 · Student ID 學號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問題背景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作品集不只是「好看」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Portfolios are narrative + craft—not only pretty pictures.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作品集是敘事與工藝，不只是漂亮畫面。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Restructuring order, grid, and tone is repetitive; it steals time from concept work.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重排順序、網格、色調很耗時，擠壓概念發想時間。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a tool that assists without replacing designer judgment.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需要「輔助」設計師判斷的工具，而非取代。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核心概念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Re-interpret, don’t replace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Re-interpret SVG/PDF with clear intent: palette, style, canvas, narrative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以色系、風格、畫布、敘事順序重新詮釋既有稿件。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variants per page → designer chooses (studio critique loop).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每頁三種版本 → 設計師選擇，貼近工作室評圖流程。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SVG (edit further) or merged PDF (share / print).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匯出向量 SVG 或合併 PDF，便於再編輯與交付。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visual communication 在視傳流程中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designers can use this tool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exploration: color + style with immediate preview feedback.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方向探索：色彩與風格搭配，即時預覽回饋。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sketching: grid remix + optional tile nudge.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版面草圖：網格重排與區塊微調。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packaging: reorder pages, unified look for different audiences.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展示包裝：調整頁序與整體視覺，面向不同觀眾。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thinking 設計思維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Human–AI collaboration frame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Empathize: fear of “black box” AI → keep designer in control.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同理：怕黑箱 AI → 決策權留在設計師。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Define: automate packaging &amp; variation, not final authorship.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定義：自動化包裝與變體，而非最終創作權。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Ideate → Prototype: wizard + dock preview + 3 variants + bilingual UI.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發想與原型：精靈流程、側欄預覽、三版本、雙語介面。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 preview clarity, export reliability, edge-case grids (e.g. 1×2).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測試：預覽可讀性、匯出穩定性、特殊網格情境。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UI/UX decisions 介面決策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 and why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Decision 決策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Rationale 理由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Stepper wizard 步驟精靈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Lower cognitive load; one task per step.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Preview dock 即時預覽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Tight feedback loop while editing options.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Bilingual toggle 雙語切換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Course + real mixed-locale users.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 variants 三版本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Enough to compare; avoids choice overload.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Before/After modes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Separate color vs. layout judgment.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Grid thumbnails 網格示意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Scannable 2×2 / 1×2 / 2×1 layouts.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script 演示腳本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screen recording / video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中文 ↔ English in the header.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SVG or PDF → set palette, style, optional grid.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AI brief / style suggest (API key local only—never in repo).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pages → pick a variant → WebGL preview &amp; compare.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PDF or per-page SVG.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 · 可改進方向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worked: fast iteration on look &amp; layout in the browser.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可改進：接入真實 AI 佈局模型、更細字體控制、無障礙稽核。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Ethics: API keys only in .env.local; no training on uploads in this prototype.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倫理：金鑰僅存本機；本原型不上傳訓練。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Tech 技術附錄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— grading focus stays on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Stack: Next.js, Tailwind, Zustand; optional Gemini for copy / vision /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Google AI Studio https://aistudio.google.com/apikey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Docs: https://ai.google.dev/gemini-api/docs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github.com/macaumonsoon/Portfolio-ReStyle-AI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ReStyle AI — Design presentation</dc:title>
  <dc:subject>Visual communication design coursework</dc:subject>
  <dc:creator>Portfolio ReStyle AI</dc:creator>
  <cp:lastModifiedBy>Portfolio ReStyle AI</cp:lastModifiedBy>
  <cp:revision>1</cp:revision>
  <dcterms:created xsi:type="dcterms:W3CDTF">2026-03-30T08:26:42Z</dcterms:created>
  <dcterms:modified xsi:type="dcterms:W3CDTF">2026-03-30T08:26:42Z</dcterms:modified>
</cp:coreProperties>
</file>