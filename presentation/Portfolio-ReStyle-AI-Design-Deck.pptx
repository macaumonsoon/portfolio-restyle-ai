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109728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4F46E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Portfolio ReStyle AI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14884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視覺傳達設計 · Visual communication design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Human–AI layout collaboration · 人機協作版面實驗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84048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組員 Members</a:t>
            </a: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郭曉玥 (Guo Xiaoyue) · MC569254</a:t>
            </a: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劉佳群 (Liu Jiaqun) · MC569293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046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F46E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Why this matters 問題背景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Problem · 作品集不只是「好看」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80467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Portfolios are narrative + craft—not only pretty pictures. / 作品集是敘事與工藝，不只是漂亮畫面。</a:t>
            </a:r>
            <a:endParaRPr lang="en-US" sz="16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Restructuring order, grid, and tone is repetitive; it steals time from concept work. / 重排順序、網格、色調很耗時，擠壓概念發想時間。</a:t>
            </a:r>
            <a:endParaRPr lang="en-US" sz="16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 need a tool that assists without replacing designer judgment. / 需要「輔助」設計師判斷的工具，而非取代。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046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F46E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Concept 核心概念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Re-interpret, don’t replace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80467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Re-interpret SVG/PDF with clear intent: palette, style, canvas, narrative order. / 以色系、風格、畫布、敘事順序重新詮釋既有稿件。</a:t>
            </a:r>
            <a:endParaRPr lang="en-US" sz="16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Three variants per page → designer chooses (studio critique loop). / 每頁三種版本 → 設計師選擇，貼近工作室評圖流程。</a:t>
            </a:r>
            <a:endParaRPr lang="en-US" sz="16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Export SVG (edit further) or merged PDF (share / print). / 匯出向量 SVG 或合併 PDF，便於再編輯與交付。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046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F46E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UX Flow 1 上傳導入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Upload / PDF import</a:t>
            </a:r>
            <a:endParaRPr lang="en-US" sz="1300" dirty="0"/>
          </a:p>
        </p:txBody>
      </p:sp>
      <p:pic>
        <p:nvPicPr>
          <p:cNvPr id="4" name="Image 0" descr="/Users/guoxiaoyue/.cursor/projects/Users-guoxiaoyue-Downloads-cursor-Portfolio-ReStyle-AI/assets/__2026-03-30_15.15.55-596f6acd-3360-49c6-8675-49394d0372f5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00600" y="1508760"/>
            <a:ext cx="4297680" cy="46634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1554480"/>
            <a:ext cx="4251960" cy="4754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Upload 上傳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• SVG：直接導入並分頁 (SVG import &amp; page split)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• PDF：pdf.js 逐頁渲染 + 抽取文字座標 (render &amp; extract text coords)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目標：可重排、可選擇的結構 (structure for remix)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046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F46E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UX Flow 2 選項 Options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Palette / Style / Canvas / Narrative / Grid</a:t>
            </a:r>
            <a:endParaRPr lang="en-US" sz="1300" dirty="0"/>
          </a:p>
        </p:txBody>
      </p:sp>
      <p:pic>
        <p:nvPicPr>
          <p:cNvPr id="4" name="Image 0" descr="/Users/guoxiaoyue/.cursor/projects/Users-guoxiaoyue-Downloads-cursor-Portfolio-ReStyle-AI/assets/__2026-03-30_15.46.38-49fcc9cf-c541-460f-b822-e381967fc6bf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00600" y="1508760"/>
            <a:ext cx="4297680" cy="46634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1554480"/>
            <a:ext cx="4251960" cy="4754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Options 選項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• 色系 + 風格關鍵詞：即時濾鏡/字色方向 (live palette/style filters)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• 畫布尺寸 + 敘事邏輯：影響比例與頁序 (canvas &amp; narrative ordering)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• 網格重排 + tile 微調：拖曳寫入構圖 (grid remix + tile nudge)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目標：可視化方向、可比較、可迭代 (visual, compare, iterate)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046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F46E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UX Flow 3 頁面 Pages ×3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Choose a variant per page</a:t>
            </a:r>
            <a:endParaRPr lang="en-US" sz="1300" dirty="0"/>
          </a:p>
        </p:txBody>
      </p:sp>
      <p:pic>
        <p:nvPicPr>
          <p:cNvPr id="4" name="Image 0" descr="/Users/guoxiaoyue/.cursor/projects/Users-guoxiaoyue-Downloads-cursor-Portfolio-ReStyle-AI/assets/__2026-03-30_15.15.55-596f6acd-3360-49c6-8675-49394d0372f5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00600" y="1508760"/>
            <a:ext cx="4297680" cy="46634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1554480"/>
            <a:ext cx="4251960" cy="4754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Pages 頁面×3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• 每頁 3 版本：快速比對，再鎖定構圖 (3 variants per page)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• Before/After：分開看顏色與版式位移 (separate color vs layout)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• WebGL/2D 預覽：同一套 SVG 來源 (consistent SVG preview)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目標：降低決策成本、加速定稿 (faster decisions)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046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F46E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UX Flow 4 匯出 Export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Deliverables: PDF / SVG</a:t>
            </a:r>
            <a:endParaRPr lang="en-US" sz="1300" dirty="0"/>
          </a:p>
        </p:txBody>
      </p:sp>
      <p:pic>
        <p:nvPicPr>
          <p:cNvPr id="4" name="Image 0" descr="/Users/guoxiaoyue/.cursor/projects/Users-guoxiaoyue-Downloads-cursor-Portfolio-ReStyle-AI/assets/__2026-03-30_15.15.55-596f6acd-3360-49c6-8675-49394d0372f5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00600" y="1508760"/>
            <a:ext cx="4297680" cy="46634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1554480"/>
            <a:ext cx="4251960" cy="4754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Export 匯出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• 下載合併 PDF：分享/列印用 (merged PDF for share/print)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• 下載每頁 SVG：給 Figma/編輯器精修 (per-page SVG for refinement)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• 保留所選版本设置：含網格重排/微調 (keeps chosen settings)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目標：輸出可交付設計稿 (deliverable output)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046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F46E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Design thinking 設計思維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From layout pain → clear workflow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8046720" cy="3429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06000"/>
              </a:lnSpc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Empathize: repetitive layout work (order/grid/spacing) steals time → designer stays in control. / 同理：重复的版面排版（页序/网格/字距）会占用时间 → 设计师保持掌控。</a:t>
            </a:r>
            <a:endParaRPr lang="en-US" sz="1300" dirty="0"/>
          </a:p>
          <a:p>
            <a:pPr marL="342900" indent="-342900">
              <a:lnSpc>
                <a:spcPct val="106000"/>
              </a:lnSpc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Define: assist decisions, not replace authorship — keep authorship and taste. / 定义：辅助决策而非取代创作权——保留创作主导与审美品味。</a:t>
            </a:r>
            <a:endParaRPr lang="en-US" sz="1300" dirty="0"/>
          </a:p>
          <a:p>
            <a:pPr marL="342900" indent="-342900">
              <a:lnSpc>
                <a:spcPct val="106000"/>
              </a:lnSpc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Ideate: wizard + persistent dock + only 3 variants per page → faster comparison. / 发想：精灵流程 + 持续侧栏预览 + 每页仅 3 个版本 → 更快对比。</a:t>
            </a:r>
            <a:endParaRPr lang="en-US" sz="1300" dirty="0"/>
          </a:p>
          <a:p>
            <a:pPr marL="342900" indent="-342900">
              <a:lnSpc>
                <a:spcPct val="106000"/>
              </a:lnSpc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Prototype: bilingual UI + grid remix + tile nudge + before/after compare for readability. / 原型：双语界面 + 网格重排 + tile 微调 + Before/After 对比，用于提升可读性。</a:t>
            </a:r>
            <a:endParaRPr lang="en-US" sz="1300" dirty="0"/>
          </a:p>
          <a:p>
            <a:pPr marL="342900" indent="-342900">
              <a:lnSpc>
                <a:spcPct val="106000"/>
              </a:lnSpc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Test: synchronize previews across steps and keep typography hierarchy stable (e.g. 1×2 grids). / 测试：各步骤预览保持同步，并确保字体现层级稳定（例如 1×2 网格）。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046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F46E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Design system principles 版面設計原則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Aesthetic consistency, faster decisions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508760"/>
          <a:ext cx="83210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61264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</a:rPr>
                        <a:t>Principle 原則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</a:rPr>
                        <a:t>How it appears in UI 具體呈現在介面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7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Whitespace 留白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Cards use padding + gap; dock preview keeps focus. / 卡片使用 padding + gap；dock 預覽保持焦點。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Visual hierarchy 視覺層級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Purple titles + muted body; consistent left alignment. / 紫色標題 + 低飽和正文；左對齊一致。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Grid as sketch tool 網格即草圖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2×2 / 1×2 / 2×1 presets + tile nudge for iteration. / 2×2 / 1×2 / 2×1 預設 + tile nudge 迭代構圖。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Color contrast 對比與可讀性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Before/After separates hue vs layout for confident decisions. / Before/After 分開看色相 vs 版式，提升決策信心。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Bilingual clarity 雙語清晰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Language toggle with persistent preference via localStorage. / 語言切換透過 localStorage 記住偏好。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046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F46E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Demo script 演示腳本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For your screen recording / video</a:t>
            </a:r>
            <a:endParaRPr lang="en-US" sz="1300" dirty="0"/>
          </a:p>
        </p:txBody>
      </p:sp>
      <p:pic>
        <p:nvPicPr>
          <p:cNvPr id="4" name="Image 0" descr="/Users/guoxiaoyue/.cursor/projects/Users-guoxiaoyue-Downloads-cursor-Portfolio-ReStyle-AI/assets/__2026-03-30_15.38.54-735dd999-a21b-4719-af36-9994ea7d2a6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00600" y="1508760"/>
            <a:ext cx="4297680" cy="2423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1508760"/>
            <a:ext cx="4251960" cy="4206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1. Show language toggle（中文 ↔ English）。/ 展示雙語切換（中文 ↔ English）。</a:t>
            </a:r>
            <a:endParaRPr lang="en-US" sz="14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2. Upload SVG/PDF and change palette/style/grid in the Options dock. / 上傳 SVG/PDF 並在 Options dock 改色系/風格/網格。</a:t>
            </a:r>
            <a:endParaRPr lang="en-US" sz="14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3. Use Before/After to separate hue decisions from layout decisions. / 使用 Before/After 分開看色相決策與版式決策。</a:t>
            </a:r>
            <a:endParaRPr lang="en-US" sz="14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4. Select one variant per page (including 1×2 / 2×1 asymmetric presets). / 每頁選一個版本（含 1×2 / 2×1 非對稱預設）。</a:t>
            </a:r>
            <a:endParaRPr lang="en-US" sz="14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5. Export merged PDF + per-page SVG for further refinement. / 匯出合併 PDF + 每頁 SVG 供後續精修。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046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F46E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Reflection 反思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Design focus · Next steps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80467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worked: clear type hierarchy + stable dock preview for confident decisions. / 有效之處：清晰字體層級 + 穩定 dock 預覽，讓決策更有把握。</a:t>
            </a:r>
            <a:endParaRPr lang="en-US" sz="16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to improve: finer typography controls and more layout-ready components. / 接續改進：更細字體控制與更多可直接用的版面元件。</a:t>
            </a:r>
            <a:endParaRPr lang="en-US" sz="16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Ethics: API keys only in .env.local; no training on user uploads in this prototype. / 倫理：API 金鑰只在本機；此原型不對用戶上傳做訓練。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046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F46E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Appendix: Tech 技術附錄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Brief — grading focus stays on design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804672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Stack: Next.js, Tailwind, Zustand; optional Gemini for copy / vision / order. / 技術：Next.js、Tailwind、Zustand；可選 Gemini 用於文案/視覺/排序。</a:t>
            </a:r>
            <a:endParaRPr lang="en-US" sz="16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API: Google AI Studio https://aistudio.google.com/apikey / API：Google AI Studio（https://aistudio.google.com/apikey）</a:t>
            </a:r>
            <a:endParaRPr lang="en-US" sz="16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Docs: https://ai.google.dev/gemini-api/docs / 文件：https://ai.google.dev/gemini-api/docs</a:t>
            </a:r>
            <a:endParaRPr lang="en-US" sz="16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Repo: github.com/macaumonsoon/Portfolio-ReStyle-AI / 專案程式庫：https://github.com/macaumonsoon/Portfolio-ReStyle-AI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Portfolio ReStyle AI — Design presentation</dc:title>
  <dc:subject>Visual communication design coursework</dc:subject>
  <dc:creator>Portfolio ReStyle AI</dc:creator>
  <cp:lastModifiedBy>Portfolio ReStyle AI</cp:lastModifiedBy>
  <cp:revision>1</cp:revision>
  <dcterms:created xsi:type="dcterms:W3CDTF">2026-03-30T09:37:50Z</dcterms:created>
  <dcterms:modified xsi:type="dcterms:W3CDTF">2026-03-30T09:37:50Z</dcterms:modified>
</cp:coreProperties>
</file>