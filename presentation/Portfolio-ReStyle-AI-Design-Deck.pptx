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20040"/>
          </a:xfrm>
          <a:prstGeom prst="rect">
            <a:avLst/>
          </a:prstGeom>
          <a:solidFill>
            <a:srgbClr val="4F46E5"/>
          </a:solidFill>
          <a:ln w="12700">
            <a:solidFill>
              <a:srgbClr val="4F46E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09728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 ReStyle AI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8046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視覺傳達設計 · Visual communication design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Human–AI layout collaboration · 人機協作版面實驗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384048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組員 Members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郭曉玥 (Guo Xiaoyue) · MC569254</a:t>
            </a: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劉佳群 (Liu Jiaqun) · MCxxxxxx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Why this matters 問題背景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Problem · 作品集不只是「好看」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Portfolios are narrative + craft—not only pretty pictures.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作品集是敘事與工藝，不只是漂亮畫面。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Restructuring order, grid, and tone is repetitive; it steals time from concept work.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重排順序、網格、色調很耗時，擠壓概念發想時間。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 need a tool that assists without replacing designer judgment.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需要「輔助」設計師判斷的工具，而非取代。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Concept 核心概念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Re-interpret, don’t replace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Re-interpret SVG/PDF with clear intent: palette, style, canvas, narrative order.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以色系、風格、畫布、敘事順序重新詮釋既有稿件。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Three variants per page → designer chooses (studio critique loop).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每頁三種版本 → 設計師選擇，貼近工作室評圖流程。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SVG (edit further) or merged PDF (share / print).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匯出向量 SVG 或合併 PDF，便於再編輯與交付。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 visual communication 在視傳流程中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How designers can use this tool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840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Direction exploration: color + style with immediate preview feedback.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方向探索：色彩與風格搭配，即時預覽回饋。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Layout sketching: grid remix + optional tile nudge.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版面草圖：網格重排與區塊微調。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Presentation packaging: reorder pages, unified look for different audiences.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展示包裝：調整頁序與整體視覺，面向不同觀眾。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Workflow: Upload → set intent (palette/style/canvas/narrative/grid) → review per page → choose variant → export SVG/PDF.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流程：上傳 → 設定意圖（色系/風格/畫布/敘事/網格）→ 逐頁審閱 → 選擇版本 → 匯出 SVG/PDF。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thinking 設計思維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layout pain → clear workflow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4206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Empathize: designers lose time to repetitive layout work (order, grid, spacing).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同理：設計師把時間花在重複排版（頁序、網格、字距）上。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Define: assist decisions, not replace authorship — keep designer in control.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定義：協助決策而不是取代創作權 — 讓設計師保持控制。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Ideate: wizard + persistent dock + only 3 variants per page for faster comparison.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發想：精靈流程 + 持續側欄預覽 + 每頁僅 3 個版本，提升比對效率。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Prototype: bilingual UI, grid remix, tile nudge, before/after compare — designed for readability.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原型：雙語介面、網格重排、區塊微調、Before/After 對比 — 以可讀性為核心排版。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Test: keep previews synchronized across steps and ensure typography hierarchy stays stable.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測試：讓步驟間預覽同步、並確保字體層級在界面中保持穩定。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system principles 版面設計原則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Aesthetic consistency, faster decisions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508760"/>
          <a:ext cx="832104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6126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Principle 原則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7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0F172A"/>
                          </a:solidFill>
                        </a:rPr>
                        <a:t>How it appears in UI 具體呈現在介面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0E7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Whitespace 留白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Cards use padding + gap; dock preview keeps focus.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Visual hierarchy 視覺層級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Purple titles + muted body; consistent left alignment.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Grid as sketch tool 網格即草圖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2×2 / 1×2 / 2×1 presets + tile nudge for composition iteration.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Color contrast 對比與可讀性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Before/After modes separate hue vs layout for decision confidence.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Bilingual clarity 雙語清晰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000000"/>
                          </a:solidFill>
                        </a:rPr>
                        <a:t>Language toggle with persistent preference via localStorage.</a:t>
                      </a:r>
                      <a:endParaRPr lang="en-US" sz="120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Demo script 演示腳本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your screen recording / video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Show bilingual toggle (中文 ↔ English).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Upload SVG/PDF → in the dock, change palette/style/grid and watch hierarchy update.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Switch Before/After modes to separate hue decisions from layout decisions.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Pick one variant per page; show 1×2 / 2×1 presets for asymmetric composition.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Export as merged PDF and per-page SVG for further visual refinement.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Reflection 反思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Design focus · Next steps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worked: clear type hierarchy + stable dock preview for confident decisions.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有效之處：清晰字體層級 + 穩定 dock 預覽，讓決策更有把握。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What to improve: finer typography controls and more layout-ready components.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接續改進：更細字體控制與更多可直接用的版面元件。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Ethics: API keys only in .env.local; no training on user uploads in this prototype.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5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倫理：API 金鑰只在本機；此原型不對用戶上傳做訓練。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80467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4F46E5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Appendix: Tech 技術附錄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Brief — grading focus stays on design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Stack: Next.js, Tailwind, Zustand; optional Gemini for copy / vision / order.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API: Google AI Studio https://aistudio.google.com/apikey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Docs: https://ai.google.dev/gemini-api/docs</a:t>
            </a:r>
            <a:endParaRPr lang="en-US" sz="16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600" dirty="0">
                <a:solidFill>
                  <a:srgbClr val="0F172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Repo: github.com/macaumonsoon/Portfolio-ReStyle-AI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Portfolio ReStyle AI — Design presentation</dc:title>
  <dc:subject>Visual communication design coursework</dc:subject>
  <dc:creator>Portfolio ReStyle AI</dc:creator>
  <cp:lastModifiedBy>Portfolio ReStyle AI</cp:lastModifiedBy>
  <cp:revision>1</cp:revision>
  <dcterms:created xsi:type="dcterms:W3CDTF">2026-03-30T08:49:25Z</dcterms:created>
  <dcterms:modified xsi:type="dcterms:W3CDTF">2026-03-30T08:49:25Z</dcterms:modified>
</cp:coreProperties>
</file>