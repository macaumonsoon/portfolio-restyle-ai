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 ReStyle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視覺傳達設計 · Visual communication design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Human–AI layout collaboration · 人機協作版面實驗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組員 Members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郭曉玥 (Guo Xiaoyue) · MC569254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劉佳群 (Liu Jiaqun) · MC569293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this matters 問題背景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 · 作品集不只是「好看」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Portfolios are narrative + craft—not only pretty pictures.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作品集是敘事與工藝，不只是漂亮畫面。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Restructuring order, grid, and tone is repetitive; it steals time from concept work.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重排順序、網格、色調很耗時，擠壓概念發想時間。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need a tool that assists without replacing designer judgment.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需要「輔助」設計師判斷的工具，而非取代。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Concept 核心概念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Re-interpret, don’t replace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Re-interpret SVG/PDF with clear intent: palette, style, canvas, narrative order.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以色系、風格、畫布、敘事順序重新詮釋既有稿件。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variants per page → designer chooses (studio critique loop).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每頁三種版本 → 設計師選擇，貼近工作室評圖流程。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 SVG (edit further) or merged PDF (share / print).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匯出向量 SVG 或合併 PDF，便於再編輯與交付。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UX Flow 1 上傳導入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/ PDF import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15.55-596f6acd-3360-49c6-8675-49394d0372f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54480"/>
            <a:ext cx="42519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上傳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SVG：直接導入並分頁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PDF：pdf.js 逐頁渲染，抽取文字座標（可在 Pages 編輯文字）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目標：把作品轉成可重排、可選擇的結構。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UX Flow 2 選項 Options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Palette / Style / Canvas / Narrative / Grid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46.38-49fcc9cf-c541-460f-b822-e381967fc6b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54480"/>
            <a:ext cx="42519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 選項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色系 + 風格關鍵詞：即時濾鏡/字色方向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畫布尺寸 + 敘事邏輯：影響版面比例與頁序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可選網格重排 + 網格塊微調：拖曳寫入讓構圖可控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目標：讓設計方向可視化、可比較、可迭代。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UX Flow 3 頁面 Pages ×3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Choose a variant per page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15.55-596f6acd-3360-49c6-8675-49394d0372f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54480"/>
            <a:ext cx="42519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Pages 頁面×3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每頁 3 個版本：先快速比對，再鎖定喜歡的構圖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Before/After：分開看色相（顏色）與位移（版式/構圖）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支援 WebGL/2D 預覽：用同一套 SVG 來源保持一致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目標：降低決策成本，加速版式定稿。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UX Flow 4 匯出 Export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Deliverables: PDF / SVG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15.55-596f6acd-3360-49c6-8675-49394d0372f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54480"/>
            <a:ext cx="42519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 匯出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下載合併 PDF：適合分享與列印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下載每頁 SVG：給 Figma/編輯器繼續精修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匯出保留所選版本設定（包含網格重排/塊微調）。</a:t>
            </a:r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目標：把探索結果轉成可交付的設計稿。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thinking 設計思維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layout pain → clear workflow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Empathize 同理：repetitive layout work (order/grid/spacing) steals time → designer stays in control.</a:t>
            </a:r>
            <a:endParaRPr lang="en-US" sz="140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Define 定義：assist decisions, not replace authorship — keep authorship and taste.</a:t>
            </a:r>
            <a:endParaRPr lang="en-US" sz="140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Ideate 發想：wizard + persistent dock + only 3 variants per page → faster comparison.</a:t>
            </a:r>
            <a:endParaRPr lang="en-US" sz="140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Prototype 原型：bilingual UI + grid remix + tile nudge + before/after compare for readability.</a:t>
            </a:r>
            <a:endParaRPr lang="en-US" sz="140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 測試：synchronize previews across steps and keep typography hierarchy stable (e.g. 1×2 grids).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system principles 版面設計原則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Aesthetic consistency, faster decisions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08760"/>
          <a:ext cx="8321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126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Principle 原則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How it appears in UI 具體呈現在介面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Whitespace 留白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Cards use padding + gap; dock preview keeps focus.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Visual hierarchy 視覺層級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Purple titles + muted body; consistent left alignment.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Grid as sketch tool 網格即草圖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2×2 / 1×2 / 2×1 presets + tile nudge for composition iteration.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Color contrast 對比與可讀性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Before/After modes separate hue vs layout for decision confidence.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Bilingual clarity 雙語清晰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Language toggle with persistent preference via localStorage.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script 演示腳本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your screen recording / video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38.54-735dd999-a21b-4719-af36-9994ea7d2a6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2423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4251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Show language toggle（中文 ↔ English）。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Upload SVG/PDF：在 Options dock 改色系/风格/网格并观察层级变化。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Use Before/After：分开看色相滤镜 vs 版式位移。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4. Select one variant per page（含 1×2 / 2×1 非对称预设）。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5. Export：合并 PDF + 每页 SVG（方便继续排版与微调）。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Reflection 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focus · Next steps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worked: clear type hierarchy + stable dock preview for confident decisions.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有效之處：清晰字體層級 + 穩定 dock 預覽，讓決策更有把握。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to improve: finer typography controls and more layout-ready components.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接續改進：更細字體控制與更多可直接用的版面元件。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Ethics: API keys only in .env.local; no training on user uploads in this prototype.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倫理：API 金鑰只在本機；此原型不對用戶上傳做訓練。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Appendix: Tech 技術附錄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— grading focus stays on design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Stack: Next.js, Tailwind, Zustand; optional Gemini for copy / vision / order.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API: Google AI Studio https://aistudio.google.com/apikey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Docs: https://ai.google.dev/gemini-api/docs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Repo: github.com/macaumonsoon/Portfolio-ReStyle-AI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ReStyle AI — Design presentation</dc:title>
  <dc:subject>Visual communication design coursework</dc:subject>
  <dc:creator>Portfolio ReStyle AI</dc:creator>
  <cp:lastModifiedBy>Portfolio ReStyle AI</cp:lastModifiedBy>
  <cp:revision>1</cp:revision>
  <dcterms:created xsi:type="dcterms:W3CDTF">2026-03-30T09:09:43Z</dcterms:created>
  <dcterms:modified xsi:type="dcterms:W3CDTF">2026-03-30T09:09:43Z</dcterms:modified>
</cp:coreProperties>
</file>