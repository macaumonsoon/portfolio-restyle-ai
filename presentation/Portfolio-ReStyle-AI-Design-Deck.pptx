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 ReStyle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視覺傳達設計 · Visual communication design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Human–AI layout collaboration · 人機協作版面實驗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組員 Members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郭曉玥 (Guo Xiaoyue) · MC569254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劉佳群 (Liu Jiaqun) · MC569293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this matters 問題背景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· 作品集不只是「好看」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Portfolios are narrative + craft—not only pretty pictures.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作品集是敘事與工藝，不只是漂亮畫面。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Restructuring order, grid, and tone is repetitive; it steals time from concept work.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重排順序、網格、色調很耗時，擠壓概念發想時間。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need a tool that assists without replacing designer judgment.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需要「輔助」設計師判斷的工具，而非取代。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 核心概念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Re-interpret, don’t replace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Re-interpret SVG/PDF with clear intent: palette, style, canvas, narrative order.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以色系、風格、畫布、敘事順序重新詮釋既有稿件。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variants per page → designer chooses (studio critique loop).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每頁三種版本 → 設計師選擇，貼近工作室評圖流程。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SVG (edit further) or merged PDF (share / print).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匯出向量 SVG 或合併 PDF，便於再編輯與交付。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visual communication 在視傳流程中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designers can use this tool</a:t>
            </a:r>
            <a:endParaRPr lang="en-US" sz="1300" dirty="0"/>
          </a:p>
        </p:txBody>
      </p:sp>
      <p:pic>
        <p:nvPicPr>
          <p:cNvPr id="4" name="Image 0" descr="/Users/guoxiaoyue/.cursor/projects/Users-guoxiaoyue-Downloads-cursor-Portfolio-ReStyle-AI/assets/__2026-03-30_15.46.38-49fcc9cf-c541-460f-b822-e381967fc6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397764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Direction exploration: color + style with immediate preview feedback.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方向探索：色彩與風格搭配，即時預覽回饋。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Layout sketching: grid remix + optional tile nudge.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版面草圖：網格重排與區塊微調。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 packaging: reorder pages, unified look for different audiences.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展示包裝：調整頁序與整體視覺，面向不同觀眾。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Workflow: Upload → set intent (palette/style/canvas/narrative/grid) → review per page → choose variant → export SVG/PDF.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流程：上傳 → 設定意圖（色系/風格/畫布/敘事/網格）→ 逐頁審閱 → 選擇版本 → 匯出 SVG/PDF。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thinking 設計思維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layout pain → clear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Empathize 同理：repetitive layout work (order/grid/spacing) steals time → designer stays in control.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 定義：assist decisions, not replace authorship — keep authorship and taste.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Ideate 發想：wizard + persistent dock + only 3 variants per page → faster comparison.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原型：bilingual UI + grid remix + tile nudge + before/after compare for readability.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測試：synchronize previews across steps and keep typography hierarchy stable (e.g. 1×2 grids).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principles 版面設計原則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Aesthetic consistency, faster decisions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Principle 原則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How it appears in UI 具體呈現在介面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Whitespace 留白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Cards use padding + gap; dock preview keeps focus.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Visual hierarchy 視覺層級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Purple titles + muted body; consistent left alignment.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Grid as sketch tool 網格即草圖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2×2 / 1×2 / 2×1 presets + tile nudge for composition iteration.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Color contrast 對比與可讀性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Before/After modes separate hue vs layout for decision confidence.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Bilingual clarity 雙語清晰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Language toggle with persistent preference via localStorage.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script 演示腳本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your screen recording / video</a:t>
            </a:r>
            <a:endParaRPr lang="en-US" sz="1300" dirty="0"/>
          </a:p>
        </p:txBody>
      </p:sp>
      <p:pic>
        <p:nvPicPr>
          <p:cNvPr id="4" name="Image 0" descr="/Users/guoxiaoyue/.cursor/projects/Users-guoxiaoyue-Downloads-cursor-Portfolio-ReStyle-AI/assets/__2026-03-30_15.46.25-614732c6-5924-43fb-88f9-746a1dc662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397764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bilingual toggle (中文 ↔ English).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SVG/PDF → in the dock, change palette/style/grid and watch hierarchy update.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Before/After modes to separate hue decisions from layout decisions.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one variant per page; show 1×2 / 2×1 presets for asymmetric composition.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as merged PDF and per-page SVG for further visual refinement.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Reflection 反思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focus ·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worked: clear type hierarchy + stable dock preview for confident decisions.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有效之處：清晰字體層級 + 穩定 dock 預覽，讓決策更有把握。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to improve: finer typography controls and more layout-ready components.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接續改進：更細字體控制與更多可直接用的版面元件。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Ethics: API keys only in .env.local; no training on user uploads in this prototype.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倫理：API 金鑰只在本機；此原型不對用戶上傳做訓練。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Appendix: Tech 技術附錄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Brief — grading focus stays on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Stack: Next.js, Tailwind, Zustand; optional Gemini for copy / vision / order.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API: Google AI Studio https://aistudio.google.com/apikey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Docs: https://ai.google.dev/gemini-api/docs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Repo: github.com/macaumonsoon/Portfolio-ReStyle-AI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ReStyle AI — Design presentation</dc:title>
  <dc:subject>Visual communication design coursework</dc:subject>
  <dc:creator>Portfolio ReStyle AI</dc:creator>
  <cp:lastModifiedBy>Portfolio ReStyle AI</cp:lastModifiedBy>
  <cp:revision>1</cp:revision>
  <dcterms:created xsi:type="dcterms:W3CDTF">2026-03-30T08:57:38Z</dcterms:created>
  <dcterms:modified xsi:type="dcterms:W3CDTF">2026-03-30T08:57:38Z</dcterms:modified>
</cp:coreProperties>
</file>